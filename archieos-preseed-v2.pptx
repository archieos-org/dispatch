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704" y="1828800"/>
            <a:ext cx="2743200" cy="13716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[ARCHIEOS 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F Pro Display"/>
              </a:defRPr>
            </a:pPr>
            <a:r>
              <a:t>ArchieOS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SF Pro Display"/>
              </a:defRPr>
            </a:pPr>
            <a:r>
              <a:t>The operating system for real estate.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505050"/>
                </a:solidFill>
                <a:latin typeface="SF Pro Display"/>
              </a:defRPr>
            </a:pPr>
            <a:r>
              <a:t>[CHAOS BACKGROUND]</a:t>
            </a:r>
            <a:br/>
            <a:r>
              <a:t>Cluttered inbox, spreadsheets, browser tabs</a:t>
            </a:r>
            <a:br/>
            <a:r>
              <a:t>Darkened to 60-70% opacity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Real estate runs on human duct tape.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SF Pro Display"/>
              </a:defRPr>
            </a:pPr>
            <a:r>
              <a:t>Smart people spending their days as the glue between tools that don't talk to each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1A1A"/>
                </a:solidFill>
                <a:latin typeface="SF Pro Display"/>
              </a:defRPr>
            </a:pPr>
            <a:r>
              <a:t>An AI that actually has your back.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00200"/>
            <a:ext cx="7619695" cy="3657600"/>
          </a:xfrm>
          <a:prstGeom prst="roundRect">
            <a:avLst/>
          </a:prstGeom>
          <a:solidFill>
            <a:srgbClr val="E8E8EC"/>
          </a:solidFill>
          <a:ln w="25400">
            <a:solidFill>
              <a:srgbClr val="C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06060"/>
                </a:solidFill>
                <a:latin typeface="SF Pro Display"/>
              </a:defRPr>
            </a:pPr>
            <a:r>
              <a:t>[AGENT APP CONCEPT]</a:t>
            </a:r>
            <a:br/>
            <a:r>
              <a:t>Beautiful voice interface</a:t>
            </a:r>
            <a:br/>
            <a:r>
              <a:t>Visual fallback UI</a:t>
            </a:r>
            <a:br/>
            <a:r>
              <a:t>Seamless human handoff</a:t>
            </a:r>
            <a:br/>
            <a:br/>
            <a:r>
              <a:t>This is the PEAK — make it aspirational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5486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05050"/>
                </a:solidFill>
                <a:latin typeface="SF Pro Display"/>
              </a:defRPr>
            </a:pPr>
            <a:r>
              <a:t>Voice when it works. Visual when it doesn't. Seamless handoff when it needs a human.</a:t>
            </a:r>
            <a:br/>
            <a:br/>
            <a:r>
              <a:t>The realtor between showings who finally feels like someone competent has their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How we build it.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22860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[PATH DIAGRAM]</a:t>
            </a:r>
            <a:br/>
            <a:r>
              <a:t>1. Dispatch (deployed) → 2. Canva-like interface (building) → 3. Agent App (destination)</a:t>
            </a:r>
            <a:br/>
            <a:r>
              <a:t>Horizontal flow, left-to-right, clean arrows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Start with the admins. Give them beautiful tools. Capture every workflow.</a:t>
            </a:r>
            <a:br/>
            <a:br/>
            <a:r>
              <a:t>Train AI on real work. Then build the agent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Dispatch. Deployed.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685800"/>
            <a:ext cx="6858000" cy="50292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[DISPATCH SCREENSHOT]</a:t>
            </a:r>
            <a:br/>
            <a:r>
              <a:t>Hero shot of real UI</a:t>
            </a:r>
            <a:br/>
            <a:r>
              <a:t>Active listings, organized tasks</a:t>
            </a:r>
            <a:br/>
            <a:r>
              <a:t>Light mode, device frame</a:t>
            </a:r>
            <a:br/>
            <a:br/>
            <a:r>
              <a:t>PROOF you can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Already running at [partner brokerage name]. Task management that makes admin work feel like a real job.</a:t>
            </a:r>
            <a:br/>
            <a:br/>
            <a:r>
              <a:t>The foundation for everything that comes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Canva for real estate admins.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685800"/>
            <a:ext cx="6858000" cy="50292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[CANVA-LIKE MOCKUP]</a:t>
            </a:r>
            <a:br/>
            <a:r>
              <a:t>Visual drag-and-drop interface</a:t>
            </a:r>
            <a:br/>
            <a:r>
              <a:t>Beautiful templates</a:t>
            </a:r>
            <a:br/>
            <a:r>
              <a:t>Every action captured</a:t>
            </a:r>
            <a:br/>
            <a:br/>
            <a:r>
              <a:t>This is what $500K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A visual interface for everything admins do. Beautiful. Fast. And quietly capturing every action, every decision, every workflow.</a:t>
            </a:r>
            <a:br/>
            <a:br/>
            <a:r>
              <a:t>The data layer that makes the Agent App intelligent.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A dataset no one else can build.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6705295" cy="22860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[FLYWHEEL DIAGRAM]</a:t>
            </a:r>
            <a:br/>
            <a:r>
              <a:t>Admin Usage → Workflow Data → Smarter AI → Better Agent App → More Value</a:t>
            </a:r>
            <a:br/>
            <a:r>
              <a:t>Circular flow showing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Everyone trains AI on public data. We're capturing real work — not just what people do, but how they do it, where it breaks, what actually works.</a:t>
            </a:r>
            <a:br/>
            <a:br/>
            <a:r>
              <a:t>A dataset built from thousands of real transactions. No one else has it. No one else can get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Same dysfunction. Same fix.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18288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[TIMELINE]</a:t>
            </a:r>
            <a:br/>
            <a:r>
              <a:t>2026: Dispatch + Canva-like → 2027: Agent App → 2028: Insurance, Mortgage, Legal</a:t>
            </a:r>
            <a:br/>
            <a:r>
              <a:t>Horizontal, left-to-right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Real estate is the beachhead. Every coordination-heavy industry has the same problem — smart people drowning in busywork.</a:t>
            </a:r>
            <a:br/>
            <a:br/>
            <a:r>
              <a:t>We're building the fix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Already in production.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7619695" cy="27432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[TRACTION METRICS]</a:t>
            </a:r>
            <a:br/>
            <a:r>
              <a:t>Partner brokerage logo</a:t>
            </a:r>
            <a:br/>
            <a:r>
              <a:t>[X] admins | [Y] listings managed</a:t>
            </a:r>
            <a:br/>
            <a:r>
              <a:t>Customer quote if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Dispatch deployed at [partner brokerage]. [X] admins. [Y] listings managed.</a:t>
            </a:r>
            <a:br/>
            <a:br/>
            <a:r>
              <a:t>[Customer quote if available: "First time the job has made sense."]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1371600"/>
            <a:ext cx="4114800" cy="45720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[FOUNDER PHOTO]</a:t>
            </a:r>
            <a:br/>
            <a:r>
              <a:t>Professional but human</a:t>
            </a:r>
            <a:br/>
            <a:r>
              <a:t>Approachable,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[Founder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[Specific insight — what you SAW that others missed. Why you're the one to build this.]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FF"/>
                </a:solidFill>
                <a:latin typeface="SF Pro Display"/>
              </a:defRPr>
            </a:pPr>
            <a:r>
              <a:t>$500K. Two Swift engineers. Eighteen months.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00200"/>
            <a:ext cx="9448495" cy="22860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[JOURNEY VISUAL]</a:t>
            </a:r>
            <a:br/>
            <a:r>
              <a:t>Left: Dispatch (what exists) | Right: Canva-like + Agent App (what we're building)</a:t>
            </a:r>
            <a:br/>
            <a:r>
              <a:t>Two-panel showing the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4343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$500K to hire two Swift engineers and build the Canva-like interface.</a:t>
            </a:r>
            <a:br/>
            <a:br/>
            <a:r>
              <a:t>In eighteen months: data layer complete, Agent App in development, expanding to additional brokerages.</a:t>
            </a:r>
            <a:br/>
            <a:br/>
            <a:r>
              <a:t>This is what you're buying into.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