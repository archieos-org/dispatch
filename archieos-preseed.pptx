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073400"/>
            <a:ext cx="10820095" cy="14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F Pro Display"/>
              </a:defRPr>
            </a:pPr>
            <a:r>
              <a:t>Your best people are drowning.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Human duct tape.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B0"/>
                </a:solidFill>
                <a:latin typeface="SF Pro Display"/>
              </a:defRPr>
            </a:pPr>
            <a:r>
              <a:t>Real estate admins spend their days absorbing chaos between systems that don't talk, people who don't communicate, and processes that were never designed. Smart, capable people—barely keeping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The job is designed to break people.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B0"/>
                </a:solidFill>
                <a:latin typeface="SF Pro Display"/>
              </a:defRPr>
            </a:pPr>
            <a:r>
              <a:t>Not because admins aren't capable. Because the work itself is broken—a patchwork of disconnected tools, unclear handoffs, and endless context-switching.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Productivity tools just give you a better view of the fire.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B0"/>
                </a:solidFill>
                <a:latin typeface="SF Pro Display"/>
              </a:defRPr>
            </a:pPr>
            <a:r>
              <a:t>More dashboards. More notifications. More surfaces to maintain. They don't fix the brokenness.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6647" y="3073400"/>
            <a:ext cx="10058400" cy="14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0000"/>
                </a:solidFill>
                <a:latin typeface="SF Pro Display"/>
              </a:defRPr>
            </a:pPr>
            <a:r>
              <a:t>The work should be worthy of the person doing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This is what calm looks like.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Dispatch. A task manager for real estate admins.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286000"/>
            <a:ext cx="7619695" cy="41148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[INSERT HERO SCREENSHOT]</a:t>
            </a:r>
            <a:br/>
            <a:r>
              <a:t>Dispatch main interface</a:t>
            </a:r>
            <a:br/>
            <a:r>
              <a:t>Light mode, real data, device frame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85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SF Pro Display"/>
              </a:defRPr>
            </a:pPr>
            <a:r>
              <a:t>Work arrives. Nothing falls through.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Listings come in from any source. Tasks organize by property. Admins see exactly what needs attention—today, this week, for each listing.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743200"/>
            <a:ext cx="9448495" cy="36576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[INSERT WORKFLOW SCREENSHOTS]</a:t>
            </a:r>
            <a:br/>
            <a:r>
              <a:t>1. Input arriving  →  2. Organized in Dispatch  →  3. Task completed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Data no one else can get.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B0"/>
                </a:solidFill>
                <a:latin typeface="SF Pro Display"/>
              </a:defRPr>
            </a:pPr>
            <a:r>
              <a:t>Every task, every edit, every completion. We're training on years of real work—not generic workflows, but where the job actually breaks 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SF Pro Display"/>
              </a:defRPr>
            </a:pPr>
            <a:r>
              <a:t>Admins today. Realtors next. Then every brokerage in America.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0B0B0"/>
                </a:solidFill>
                <a:latin typeface="SF Pro Display"/>
              </a:defRPr>
            </a:pPr>
            <a:r>
              <a:t>Real estate is the beachhead. Admin work is admin work—insurance, mortgage, legal. The playbook transfers.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0"/>
            <a:ext cx="10820095" cy="111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F Pro Display"/>
              </a:defRPr>
            </a:pPr>
            <a:r>
              <a:t>Already in the wild.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10820095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0B0"/>
                </a:solidFill>
                <a:latin typeface="SF Pro Display"/>
              </a:defRPr>
            </a:pPr>
            <a:r>
              <a:t>[Add your traction metrics, pilot partners, or customer quotes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828800"/>
            <a:ext cx="3657600" cy="3657600"/>
          </a:xfrm>
          <a:prstGeom prst="roundRect">
            <a:avLst/>
          </a:prstGeom>
          <a:solidFill>
            <a:srgbClr val="3A3A38"/>
          </a:solidFill>
          <a:ln w="25400">
            <a:solidFill>
              <a:srgbClr val="5A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B0B0B0"/>
                </a:solidFill>
                <a:latin typeface="SF Pro Display"/>
              </a:defRPr>
            </a:pPr>
            <a:r>
              <a:t>[INSERT FOUNDER PHOTO]</a:t>
            </a:r>
            <a:br/>
            <a:r>
              <a:t>Professional but human</a:t>
            </a:r>
            <a:br/>
            <a:r>
              <a:t>Good lighting, clean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22860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F Pro Display"/>
              </a:defRPr>
            </a:pPr>
            <a:r>
              <a:t>[Founder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20040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B0"/>
                </a:solidFill>
                <a:latin typeface="SF Pro Display"/>
              </a:defRPr>
            </a:pPr>
            <a:r>
              <a:t>[One sentence: Why this founder for this problem. Personal connection to the admin experience.]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26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820095" cy="142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7AFF"/>
                </a:solidFill>
                <a:latin typeface="SF Pro Display"/>
              </a:defRPr>
            </a:pPr>
            <a:r>
              <a:t>$500K to own the admin layer.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3200400"/>
            <a:ext cx="10820095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0B0B0"/>
                </a:solidFill>
                <a:latin typeface="SF Pro Display"/>
              </a:defRPr>
            </a:pPr>
            <a:r>
              <a:t>18 months runway.</a:t>
            </a:r>
            <a:br/>
            <a:r>
              <a:t>Two exceptional engineers.</a:t>
            </a:r>
            <a:br/>
            <a:r>
              <a:t>Ship the product that makes admin work feel like a real job—then never let 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86400"/>
            <a:ext cx="10820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SF Pro Display"/>
              </a:defRPr>
            </a:pPr>
            <a:r>
              <a:t>[founder@archieos.com]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